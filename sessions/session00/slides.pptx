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First Day of Class!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Topics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Meet the instructor and classmates</a:t>
            </a:r>
          </a:p>
          <a:p>
            <a:pPr lvl="0"/>
            <a:r>
              <a:rPr/>
              <a:t>Overview of ENIA-5120</a:t>
            </a:r>
          </a:p>
          <a:p>
            <a:pPr lvl="0"/>
            <a:r>
              <a:rPr/>
              <a:t>Tooling checklist (R, Quarto, Canvas)</a:t>
            </a:r>
          </a:p>
          <a:p>
            <a:pPr lvl="0"/>
            <a:r>
              <a:rPr/>
              <a:t>How familiar are you with Data Science and R?</a:t>
            </a:r>
          </a:p>
          <a:p>
            <a:pPr lvl="0"/>
            <a:r>
              <a:rPr/>
              <a:t>Installing Dependencies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the Instructor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Veo Chae</a:t>
            </a:r>
            <a:br/>
            <a:r>
              <a:rPr/>
              <a:t>Course Instructor, ENIA-5120</a:t>
            </a:r>
          </a:p>
          <a:p>
            <a:pPr lvl="0" indent="0" marL="0">
              <a:buNone/>
            </a:pPr>
            <a:r>
              <a:rPr b="1"/>
              <a:t>Work</a:t>
            </a:r>
            <a:br/>
            <a:r>
              <a:rPr/>
              <a:t>- Senior Data Scientist at Nestle (Right across the river!).</a:t>
            </a:r>
            <a:br/>
            <a:r>
              <a:rPr/>
              <a:t>- MLOPs, Digital Twins, Reinforcement Learning in Supply Chain.</a:t>
            </a:r>
          </a:p>
          <a:p>
            <a:pPr lvl="0" indent="0" marL="0">
              <a:buNone/>
            </a:pPr>
            <a:r>
              <a:rPr b="1"/>
              <a:t>Why are you teaching this class?</a:t>
            </a:r>
            <a:br/>
            <a:r>
              <a:rPr/>
              <a:t>- Undergraduate Degree: Business Administration.</a:t>
            </a:r>
            <a:br/>
            <a:r>
              <a:rPr/>
              <a:t>- Gradudate Degree: Data Science and Analytics.</a:t>
            </a:r>
          </a:p>
          <a:p>
            <a:pPr lvl="0" indent="0" marL="0">
              <a:buNone/>
            </a:pPr>
            <a:r>
              <a:rPr b="1"/>
              <a:t>Past Course Works</a:t>
            </a:r>
            <a:br/>
            <a:r>
              <a:rPr/>
              <a:t>- NLP for Business Students (Babson College).</a:t>
            </a:r>
            <a:br/>
            <a:r>
              <a:rPr/>
              <a:t>- Computer Vision for Nature Science Students (Georgetown).</a:t>
            </a:r>
          </a:p>
          <a:p>
            <a:pPr lvl="0" indent="0" marL="0">
              <a:buNone/>
            </a:pPr>
            <a:r>
              <a:rPr b="1"/>
              <a:t>Office Hours</a:t>
            </a:r>
            <a:br/>
            <a:r>
              <a:rPr/>
              <a:t>- Regular Hours: Thursday 7PM - 8:30PM (Zoom Session)</a:t>
            </a:r>
            <a:br/>
            <a:r>
              <a:rPr/>
              <a:t>- If you have urgent concerns or questions: ::: {.callout-tip} - Email: dc1415@georgetown.edu</a:t>
            </a:r>
            <a:br/>
            <a:r>
              <a:rPr/>
              <a:t>- Phone: 781-468-8091 :::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for Some Introductions!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Total Sessions:</a:t>
            </a:r>
            <a:r>
              <a:rPr/>
              <a:t> 13</a:t>
            </a:r>
          </a:p>
          <a:p>
            <a:pPr lvl="0"/>
            <a:r>
              <a:rPr b="1"/>
              <a:t>Course Structure:</a:t>
            </a:r>
          </a:p>
          <a:p>
            <a:pPr lvl="1"/>
            <a:r>
              <a:rPr b="1"/>
              <a:t>Lecture:</a:t>
            </a:r>
            <a:r>
              <a:rPr/>
              <a:t> 1HR 15MIN</a:t>
            </a:r>
          </a:p>
          <a:p>
            <a:pPr lvl="1"/>
            <a:r>
              <a:rPr b="1"/>
              <a:t>Break:</a:t>
            </a:r>
            <a:r>
              <a:rPr/>
              <a:t> 15MIN</a:t>
            </a:r>
          </a:p>
          <a:p>
            <a:pPr lvl="1"/>
            <a:r>
              <a:rPr b="1"/>
              <a:t>Labs:</a:t>
            </a:r>
            <a:r>
              <a:rPr/>
              <a:t> 1HR</a:t>
            </a:r>
          </a:p>
          <a:p>
            <a:pPr lvl="0"/>
            <a:r>
              <a:rPr b="1"/>
              <a:t>Labs:</a:t>
            </a:r>
            <a:r>
              <a:rPr/>
              <a:t> Weekly</a:t>
            </a:r>
          </a:p>
          <a:p>
            <a:pPr lvl="0"/>
            <a:r>
              <a:rPr b="1"/>
              <a:t>Homeworks:</a:t>
            </a:r>
            <a:r>
              <a:rPr/>
              <a:t> Bi-Weekly</a:t>
            </a:r>
          </a:p>
          <a:p>
            <a:pPr lvl="0"/>
            <a:r>
              <a:rPr b="1"/>
              <a:t>Final Project?</a:t>
            </a:r>
            <a:r>
              <a:rPr/>
              <a:t> Yes! And it will be a group project.</a:t>
            </a:r>
          </a:p>
          <a:p>
            <a:pPr lvl="0"/>
            <a:r>
              <a:rPr b="1"/>
              <a:t>Final Exam?</a:t>
            </a:r>
            <a:r>
              <a:rPr/>
              <a:t> Nope! Not a believer in exams.</a:t>
            </a:r>
          </a:p>
          <a:p>
            <a:pPr lvl="0"/>
            <a:r>
              <a:rPr b="1"/>
              <a:t>Quizzes:</a:t>
            </a:r>
            <a:r>
              <a:rPr/>
              <a:t> 4, lowest grade will be dropped.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Each lab will be a series of R coding exercises</a:t>
            </a:r>
          </a:p>
          <a:p>
            <a:pPr lvl="0"/>
            <a:r>
              <a:rPr/>
              <a:t>We will try to complete most of it during the lab hour</a:t>
            </a:r>
          </a:p>
          <a:p>
            <a:pPr lvl="0"/>
            <a:r>
              <a:rPr/>
              <a:t>If not completed, your task will be to finish what is left, and submit the R Script</a:t>
            </a:r>
          </a:p>
          <a:p>
            <a:pPr lvl="0"/>
            <a:r>
              <a:rPr b="1"/>
              <a:t>Important Note:</a:t>
            </a:r>
            <a:r>
              <a:rPr/>
              <a:t> At any given point in time during the lab session, feel free to stop me to ask any questions. If you haven’t been able to, office hour will be there too!</a:t>
            </a:r>
          </a:p>
          <a:p>
            <a:pPr lvl="0"/>
            <a:r>
              <a:rPr/>
              <a:t>The point of these labs are to give you a repository of codes that you can reuse for your future work.</a:t>
            </a:r>
          </a:p>
          <a:p>
            <a:pPr lvl="0"/>
            <a:r>
              <a:rPr/>
              <a:t>So explore, and have fun!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Homeworks are submitted on a bi-weekly basis</a:t>
            </a:r>
          </a:p>
          <a:p>
            <a:pPr lvl="0"/>
            <a:r>
              <a:rPr/>
              <a:t>Each week, you will submit a “portion” of a Data Science Report</a:t>
            </a:r>
          </a:p>
          <a:p>
            <a:pPr lvl="0"/>
            <a:r>
              <a:rPr/>
              <a:t>At the end of all the homeworks, you will have a full Data Science Report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</dc:title>
  <dc:creator>First Day of Class!</dc:creator>
  <cp:keywords/>
  <dcterms:created xsi:type="dcterms:W3CDTF">2025-12-07T00:33:00Z</dcterms:created>
  <dcterms:modified xsi:type="dcterms:W3CDTF">2025-12-07T00:33:00Z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footer">
    <vt:lpwstr>ENIA-5120 · Veo Chae · Georgetown University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crollable">
    <vt:lpwstr>True</vt:lpwstr>
  </property>
  <property fmtid="{D5CDD505-2E9C-101B-9397-08002B2CF9AE}" pid="11" name="slide-number">
    <vt:lpwstr>True</vt:lpwstr>
  </property>
  <property fmtid="{D5CDD505-2E9C-101B-9397-08002B2CF9AE}" pid="12" name="smaller">
    <vt:lpwstr>True</vt:lpwstr>
  </property>
  <property fmtid="{D5CDD505-2E9C-101B-9397-08002B2CF9AE}" pid="13" name="theme">
    <vt:lpwstr>serif</vt:lpwstr>
  </property>
  <property fmtid="{D5CDD505-2E9C-101B-9397-08002B2CF9AE}" pid="14" name="toc-title">
    <vt:lpwstr>Table of contents</vt:lpwstr>
  </property>
</Properties>
</file>